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MaRe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One luxury scalp-health app with guest, internal, salon-owner, and client experiences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Hackathon solution across Flutter, Flask, backend, AI agent, and AWS storage 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MaRe wins when the experience feels exclusive, diagnostic, and personal.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National growth usually pushes brands toward generic outreach and low-quality content.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That creates the personalized scale paradox: scale makes luxury feel cheap.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Scalp wellness and head spa routines are growing search and service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Luxury salons need ancillary revenue and stronger retail conversion.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MaRe can become the system behind scalp diagnostics, education, and retail lift.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Guest mode for public discovery.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One sign-in for all MaRe roles.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Role picker for internal, salon-owner, and client dashboards.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Shared AI, storage, and review systems under one app shell.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Flutter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One MaRe shell across iOS, Android, and Web.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Shows guest mode, sign-in, role selection, and role-specific dashboards.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Includes json_annotation models, a local backend stub, and agent fallback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Simple Flask + Python app for the lightweight web version.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Includes Flask routes, a Vercel-compatible Python entrypoint, and AWS S3-oriented image storage.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Matches the Flutter business story so judges can review it instantly in 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Protects brand fidelity while increasing prospecting speed.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Improves outreach quality without sounding like AI spam.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Scales content volume for AI search and social channels.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Turns AI failure into a safe, visible review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Frontend + backend + AI agent in both solution paths.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Shared domain model: prospect, outreach, content, review, AI error, and image storage.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Yellow dot means AI-controlled or fallback-enabled surface.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ROI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Better prospect targeting for luxury-fit salons.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Higher retail conversion through the MaRe Eye consultation flow.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More qualified partner conversations and more content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Stronger AI-search visibility on scalp-health and wellness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320040"/>
            <a:ext cx="384048" cy="384048"/>
          </a:xfrm>
          <a:prstGeom prst="ellipse">
            <a:avLst/>
          </a:prstGeom>
          <a:solidFill>
            <a:srgbClr val="F5C94C"/>
          </a:solidFill>
          <a:ln>
            <a:solidFill>
              <a:srgbClr val="F5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0607040" cy="5394960"/>
          </a:xfrm>
          <a:prstGeom prst="roundRect">
            <a:avLst/>
          </a:prstGeom>
          <a:solidFill>
            <a:srgbClr val="FFFAF2"/>
          </a:solidFill>
          <a:ln>
            <a:solidFill>
              <a:srgbClr val="E8DD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A17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509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Connect live salon datasets and verification providers.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Integrate real multimodal generation and fully signed AWS uploads for images and video assets.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Add CRM history, analytics, permissions, and production observability.</a:t>
            </a:r>
          </a:p>
          <a:p>
            <a:pPr>
              <a:spcAft>
                <a:spcPts val="1200"/>
              </a:spcAft>
              <a:defRPr sz="2000">
                <a:solidFill>
                  <a:srgbClr val="6B5B50"/>
                </a:solidFill>
              </a:defRPr>
            </a:pPr>
            <a:r>
              <a:t>Deploy regional expansion playbooks nationwide.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