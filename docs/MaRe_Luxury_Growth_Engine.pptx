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MaRe Luxury Growth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Scaling a Miami luxury scalp-health brand into a national authority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Hackathon solution across Flutter, web, backend, and AI agent layers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MaRe wins when the experience feels exclusive, diagnostic, and personal.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National growth usually pushes brands toward generic outreach and low-quality content.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That creates the personalized scale paradox: scale makes luxury feel cheap.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Scalp wellness and head spa routines are growing search and service categories.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Luxury salons need ancillary revenue and stronger retail conversion.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MaRe can become the system behind scalp diagnostics, education, and retail lift.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Global Prospector: find the right salons.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Luxury Outreach Engine: draft outreach that sounds human.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Creative Engine: generate AI-search-ready content at scale.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Approval Queue: keep founders and ops in control.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Flutter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Premium founder-facing demo built in Flutter.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Shows prospect ranking, luxury outreach, content engine, AI watchtower, and approval queue.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Includes json_annotation models, a local backend stub, and agent fallback rules.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Web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Simple Next.js app designed for easy Vercel deployment.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Uses API routes for backend behavior and an in-repo agent module for guarded output.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Matches the Flutter business story so judges can review it instantly in browser.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Why It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Protects brand fidelity while increasing prospecting speed.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Improves outreach quality without sounding like AI spam.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Scales content volume for AI search and social channels.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Turns AI failure into a safe, visible review workflow.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Frontend + backend + AI agent in both solution paths.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Shared domain model: prospect, outreach, content, review, AI error.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Yellow dot means AI-controlled or fallback-enabled surface.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ROI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Better prospect targeting for luxury-fit salons.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Higher retail conversion through the MaRe Eye consultation flow.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More qualified partner conversations and more content throughput.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Stronger AI-search visibility on scalp-health and wellness queries.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Connect live salon datasets and verification providers.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Integrate real multimodal generation for image and video content.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Add CRM history, analytics, permissions, and production observability.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Deploy regional expansion playbooks nationwide.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